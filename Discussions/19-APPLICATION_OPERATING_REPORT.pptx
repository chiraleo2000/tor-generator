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2A30A"/>
                </a:solidFill>
                <a:ea typeface="TH Sarabun New"/>
                <a:cs typeface="TH Sarabun New"/>
                <a:latin typeface="TH Sarabun New"/>
              </a:rPr>
              <a:t>รายงานการทำงานของแอปพลิเคชัน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ระบบจัดทำและตรวจสอบ TOR ตาม พ.ร.บ. การจัดซื้อจัดจ้างและการบริหารพัสดุภาครัฐ พ.ศ. 2560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A30A"/>
                </a:solidFill>
                <a:ea typeface="TH Sarabun New"/>
                <a:cs typeface="TH Sarabun New"/>
                <a:latin typeface="TH Sarabun New"/>
              </a:rPr>
              <a:t>เวอร์ชัน 0.2.3   ·   20 สิงหาคม 2026   ·   Next.js 14 + FastAPI +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สารบัญ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บท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เนื้อหา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1–2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สรุปหนึ่งหน้า · ผู้ใช้และสิทธิ์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3–4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Frontend Next.js · Backend FastAPI + 13 หมวด 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5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Workflows 5 Phase, LangGraph, แชท, ตรวจไฟล์, อนุมัติ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6–7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Features และ Functions ที่ขับการใช้งาน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8–9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Rule Engine · Docker / LLM / seed / skills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Unit tests จริง 20 ส.ค. 2026 (Vitest 128 / pytest 1448 + live 10 / E2E headed 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แอปนี้แก้ปัญหาอะไร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เขียน TOR ด้วยมือใช้เวลานาน ตกหัวข้อกฎหมาย และจัดรูปแบบราชการยาก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บังคับโครง 13 ส่วน (s1–s13) + ขอบเขตงานย่อย s4.1–s4.14 รวม 27 ช่อง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รับชุดเอกสารในแชท → จัดเข้าช่อง → ตรวจด้วย Rule Engine → คนยืนยันหมวดเสี่ยง → ส่งออก Word/PDF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เส้นทางหลักบนหน้าจอคือ 5 Phase ไม่ใช่วิซาร์ด 8 ขั้น (เหลือไว้เพื่อความเข้ากันได้)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ค่าเริ่มต้นประมวลผลในเครื่อง: Gemma + EmbeddingGemma ผ่าน LM Studio ไม่ส่งข้อมูลออกถ้าอยู่โหมด on_prem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สถาปัตยกรรมรวม</a:t>
            </a:r>
          </a:p>
        </p:txBody>
      </p:sp>
      <p:pic>
        <p:nvPicPr>
          <p:cNvPr id="6" name="Picture 5" descr="19-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11338560" cy="5021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ผู้ใช้และสิทธิ์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บทบาท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ทำได้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ทำไม่ได้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เจ้าหน้าที่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โครงการของตนเอง, คลังส่วนตัว, ถาม-ตอบ, ส่งตรวจ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เห็นของคนอื่น / อนุมัติ / ตั้งค่า AI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ผู้ตรวจสอบ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เห็นทุกโครงการ, อนุมัติหรือส่งกลับ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แม่แบบ ผู้ใช้ การตั้งค่า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ผู้ดูแล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ทุกอย่างของ reviewer + แอดมินคลัสเตอร์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—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38328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JWT อยู่ในคุกกี้ HttpOnly tor_access_token (SameSite=Lax)
เมนูหลัก: แดชบอร์ด · ฐานความรู้ · ร่าง TOR · ตรวจสอบ TOR · ถาม-ตอบ · คู่มือ
แอดมิน: แม่แบบ · ฐานความรู้ (จัดการ) · ผู้ใช้ · การตั้งค่า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หน้าจอหลัก</a:t>
            </a:r>
          </a:p>
        </p:txBody>
      </p:sp>
      <p:pic>
        <p:nvPicPr>
          <p:cNvPr id="6" name="Picture 5" descr="00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577840" cy="3486150"/>
          </a:xfrm>
          <a:prstGeom prst="rect">
            <a:avLst/>
          </a:prstGeom>
        </p:spPr>
      </p:pic>
      <p:pic>
        <p:nvPicPr>
          <p:cNvPr id="7" name="Picture 6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เข้าสู่ระบบ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แดชบอร์ดโครงการ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สามเครื่องมือหลักของเจ้าหน้าที่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เครื่องมือ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หน้า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ผลที่ควรเห็น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ร่าง TOR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/projects/{id}/draft · 5 Phase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เนื้อหา s1–s13 พร้อมส่งตรวจ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ตรวจสอบ 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Phase 3 + /review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คะแนน ≥70 / findings / suggestions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ถาม-ตอบ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/chat (SSE + citations)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คำตอบยาวพร้อมชิปอ้างอิงจากคลัง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13-kb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31920"/>
            <a:ext cx="5303520" cy="3314700"/>
          </a:xfrm>
          <a:prstGeom prst="rect">
            <a:avLst/>
          </a:prstGeom>
        </p:spPr>
      </p:pic>
      <p:pic>
        <p:nvPicPr>
          <p:cNvPr id="8" name="Picture 7" descr="12-standalone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31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Frontend — Next.js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ชั้น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รายละเอียด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คำขอ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Browser → /api/v1 (โดเมนเดียว) → rewrite backend:4000 timeout 5 นาที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สถานะ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Zustand: auth / project / ui  ·  JWT ไม่อยู่ใน localStorage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ร่าง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DraftWorkspace คือ UI จริง  ·  วิซาร์ด 8 ขั้นเป็นเส้นเข้ากันได้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เกตเฟส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phase-gate.ts ล็อก Phase 2 จนกว่า ready_to_compose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แชท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ChatShell + SSE  ·  kind=kb ที่ /chat  คนละประวัติกับ draft_intake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Backend — ชั้นระบบ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ชั้น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โฟลเดอร์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หน้าที่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HTTP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api/v1/endpoints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REST + SSE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s1–s13, slots, magic bytes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Orchestrator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orchestrator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กราฟรายหมวด + กราฟเอเจนต์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สกัด หั่น ค้น ACL กราฟ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Rules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rule_engine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คะแนนกำหนดได้ซ้ำ ผ่านที่ ≥ 70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Providers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providers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LLM / embeddings / vector อิสระ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Export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export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DOCX PDF ไทย MinIO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13 หมวด TOR และจุด HITL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คีย์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ชื่อ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ต้องคนยืนยัน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s1 / s2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ความเป็นมา / วัตถุประสงค์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ไม่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คุณสมบัติผู้เสนอราคา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ใช่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ขอบเขตงาน + s4.1–s4.14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ไม่ (บังคับย่อย s4.1, s4.8)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s5 / s7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ระยะเวลา / สถานที่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ไม่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s6 / s8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งบประมาณ / งวดจ่าย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ใช่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s9 / s11 / s12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รับประกัน / เกณฑ์ / เอกสารยื่น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ไม่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s10 / s13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ค่าปรับ / เงื่อนไขอื่น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ใช่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Workflow หลัก — 5 Phase</a:t>
            </a:r>
          </a:p>
        </p:txBody>
      </p:sp>
      <p:pic>
        <p:nvPicPr>
          <p:cNvPr id="6" name="Picture 5" descr="19-diagram-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2612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เกตแต่ละเฟส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Phase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งานผู้ใช้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ปลดล็อกเมื่อ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0 อัปโหลด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ลากไฟล์เข้าแชทโครงการ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มีไฟล์หรือข้อความ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1 ช่องว่าง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ตารางความครบ ดึงกฎหมาย กดพร้อมร่าง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ready_to_compose =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2 ร่าง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แก้หรือ AI ร่าง 13 หมวด + HITL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ครบ 13 และยืนยัน s3 s6 s8 s10 s13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3 ตรวจ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คะแนน Rule Engine แล้วส่งขออนุมัติ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reviewer/admin อนุมัติหรือส่งกลับ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4 ส่งออก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Word / PDF ฟอนต์ไทย วันที่ พ.ศ.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e-Bidding อยู่นอกแอป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ภาพการใช้งาน Phase 0–2</a:t>
            </a:r>
          </a:p>
        </p:txBody>
      </p:sp>
      <p:pic>
        <p:nvPicPr>
          <p:cNvPr id="6" name="Picture 5" descr="03-phase-0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5669280" cy="9496541"/>
          </a:xfrm>
          <a:prstGeom prst="rect">
            <a:avLst/>
          </a:prstGeom>
        </p:spPr>
      </p:pic>
      <p:pic>
        <p:nvPicPr>
          <p:cNvPr id="7" name="Picture 6" descr="04b-phase-1-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68680"/>
            <a:ext cx="5577840" cy="6885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43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Phase 0 อัปโหลด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943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Phase 1 ความครบ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ภาพการใช้งาน Phase 2–4</a:t>
            </a:r>
          </a:p>
        </p:txBody>
      </p:sp>
      <p:pic>
        <p:nvPicPr>
          <p:cNvPr id="6" name="Picture 5" descr="05-phase-2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840480" cy="5384757"/>
          </a:xfrm>
          <a:prstGeom prst="rect">
            <a:avLst/>
          </a:prstGeom>
        </p:spPr>
      </p:pic>
      <p:pic>
        <p:nvPicPr>
          <p:cNvPr id="7" name="Picture 6" descr="06-phase-3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868680"/>
            <a:ext cx="3840480" cy="2400300"/>
          </a:xfrm>
          <a:prstGeom prst="rect">
            <a:avLst/>
          </a:prstGeom>
        </p:spPr>
      </p:pic>
      <p:pic>
        <p:nvPicPr>
          <p:cNvPr id="8" name="Picture 7" descr="07-phase-4-publ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68680"/>
            <a:ext cx="3840480" cy="2400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943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ร่าง + HITL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5943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ตรวจคะแนน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943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ea typeface="TH Sarabun New"/>
                <a:cs typeface="TH Sarabun New"/>
                <a:latin typeface="TH Sarabun New"/>
              </a:rPr>
              <a:t>ส่งออก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LangGraph และเส้นขนานเอเจนต์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ร่างรายหมวด: validate → RAG → llm_draft → rule_guardrail (≥70 หรือ retry ≤3) → HITL → finalize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Timeout ต่อหมวด 180 วินาทีสำหรับ Gemma (สูงสุด 300)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เส้น /api/v1/agent: ingest → map 27 ช่อง → ถามส่วนขาด → ยืนยัน → ร่างทั้งฉบับ → HITL → ส่งออก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เส้นเอเจนต์ยังไม่มีหน้า Next.js — UI จริงคือ 5 Phase + /chat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ถาม-ตอบคลังที่ /chat (kind=kb) คนละประวัติกับแชทร่าง (kind=draft_intake)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ตรวจไฟล์ภายนอกที่ /review ด้วย Jaccard โดยไม่ต้องสร้างโครงการ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Features หลัก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ฟีเจอร์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จุดสำคัญ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Intake หลายไฟล์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ไม่ต้องเลือก 9 ประเภท · magic bytes · GridFS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แผนที่ช่อง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NLP → s1–s13 / s4.1–s4.14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ร่างด้วย AI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เอเจนต์ 13 ตัว + RAG + Rule Engine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HITL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s3 คุณสมบัติ, s6 งบ, s8 งวด, s10 ค่าปรับ, s13 เงื่อนไข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คลังความรู้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คลังกลาง + เอกสารของฉัน (ACL ตาม owner_id)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ตั้งค่า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แชทกับ embeddings เลือกอิสระ มีผลทันทีหลังบันทึก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Rule Engine — น้ำหนักคะแนน ผ่านที่ ≥ 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หมวด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น้ำหนัก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ตัวอย่างกฎ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กฎหมาย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40%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ทุนจดทะเบียน floor(งบ÷4) · ค่าปรับ 0.01–0.20%/วัน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ความครบ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ครบ 13 หมวด · มี s4.1 และ s4.8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ความสอดคล้อง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20%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งบ↔ขอบเขต · ไทม์ไลน์↔ส่งมอบ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รูปแบบ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วันที่ พ.ศ. · ลำดับหมวดราชการ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งวดจ่าย / ระยะเวลา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ร่วมกฎหมาย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ข้ามเมื่อไม่มีข้อมูล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หักคะแนน: error −20  ·  warning −10  ·  suggestion −5   ·   ผลซ้ำได้ 100% (ไม่มีสุ่ม)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Tools — Docker, LLM, seed, skills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เครื่องมือ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บทบาท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Docker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frontend 3000, backend 4000, Postgres, Redis, MinIO, Mongo, Neo4j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LLM ค่าเริ่ม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lm_studio + google/gemma-4-e4b · EmbeddingGemma 768-d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คลาวด์ที่รองรับ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Claude, OpenAI, Gemini, Bedrock, Azure Foundry, OpenAI-compat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seed_raw_docs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คลังกฎหมายสดจาก PDF ใน documents/sources/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skills/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แพ็กออฟไลน์ Draft-TORs / check-TORs — ไม่ถูกโหลดโดยเว็บ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Functions ที่ล็อกพฤติกรรมผู้ใช้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ฟังก์ชัน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ผลต่อการใช้งาน</a:t>
                      </a:r>
                    </a:p>
                  </a:txBody>
                  <a:tcPr anchor="ctr">
                    <a:solidFill>
                      <a:srgbClr val="1D408C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canSelectPhase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กด Phase 2 ไม่ได้จนกว่าอัปโหลด/ยืนยันพร้อมร่าง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validatePassword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สมัครได้เมื่อรหัสผ่านครบกฎ (ตัวเลขต้องเป็น ASCII)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streamSsePost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แชทคลังและแชทร่างสตรีมคำตอบ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get_agent_for_section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ปุ่มร่างด้วย AI เรียกเอเจนต์ถูกหมวด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RuleEngine.validate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Phase 3 ให้คะแนนตาม พ.ร.บ. 2560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ProviderFactory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แอดมินผสมแชทคลาวด์กับ embeddings ในเครื่องได้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require_project_access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ea typeface="TH Sarabun New"/>
                          <a:cs typeface="TH Sarabun New"/>
                          <a:latin typeface="TH Sarabun New"/>
                        </a:rPr>
                        <a:t>เจ้าหน้าที่ไม่เห็นโครงการหรือคลังของคนอื่น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Unit tests ที่รันจริง — 20 ส.ค. 2026</a:t>
            </a:r>
          </a:p>
        </p:txBody>
      </p:sp>
      <p:pic>
        <p:nvPicPr>
          <p:cNvPr id="6" name="Picture 5" descr="19-vites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5669280" cy="3643037"/>
          </a:xfrm>
          <a:prstGeom prst="rect">
            <a:avLst/>
          </a:prstGeom>
        </p:spPr>
      </p:pic>
      <p:pic>
        <p:nvPicPr>
          <p:cNvPr id="7" name="Picture 6" descr="19-pytest-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868680"/>
            <a:ext cx="5669280" cy="26158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เทสต์ล็อกการใช้งานอย่างไร</a:t>
            </a:r>
          </a:p>
        </p:txBody>
      </p:sp>
      <p:pic>
        <p:nvPicPr>
          <p:cNvPr id="6" name="Picture 5" descr="19-unit-test-us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11155680" cy="80181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วิธีรันเทสต์เอง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Frontend:  cd app/frontend &amp;&amp; npm run test:unit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Backend:   cd app/backend &amp;&amp; python -m pytest -m "not live_llm" --hypothesis-profile=coverage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ถ้า LM Studio เปิดที่ :1234:  python -m pytest -m live_llm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E2E headed (ต้องมี UI ที่ :3000):  npm run test:e2e:headed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Guide screenshots:  npm run test:e2e:guide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บัญชีทดลอง: officer@example.go.th / Passw0rd!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live_llm 10 เคสผ่านเมื่อเปิด LM Studio ที่ :1234 — รวม backend 1458 เคส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ขอบเขตที่ยังไม่ครบในสภาพแวดล้อมนี้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ไม่มี LLM ในเครื่อง → Phase 2 / แชทผิดพลาด แต่กรอกมือและส่งออกได้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Neo4j ไม่ขึ้น → แชทยังตอบจาก pgvector แต่ไม่มีกราฟกฎหมาย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ไม่มี e-GP จริง และไม่มี LangGraph checkpointer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/api/v1/agent และ /api/v1/kb-chat ยังไม่มีหน้า Next.js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อย่าใช้เอกสารออกแบบ 10 / 11 เป็นคู่มือติดตั้งของสแตก Docker ปัจจุบัน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1200" b="0">
                <a:solidFill>
                  <a:srgbClr val="FFFFFF"/>
                </a:solidFill>
                <a:ea typeface="TH Sarabun New"/>
                <a:cs typeface="TH Sarabun New"/>
                <a:latin typeface="TH Sarabun New"/>
              </a:rPr>
              <a:t>TOR Generator  v0.2.3   ·   รายงานการทำงาน   ·   20 ส.ค.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08C"/>
                </a:solidFill>
                <a:ea typeface="TH Sarabun New"/>
                <a:cs typeface="TH Sarabun New"/>
                <a:latin typeface="TH Sarabun New"/>
              </a:rPr>
              <a:t>สรุป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เจ้าหน้าที่เดิน 5 Phase: อัปโหลด → เติมช่อง → ร่าง 13 หมวด → ตรวจ → ส่งออก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คนยืนยันหมวดเสี่ยง (HITL) ก่อนส่งขออนุมัติ ผู้ตรวจสอบกดอนุมัติหรือส่งกลับ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AI ในเครื่องเป็นค่าเริ่ม แชทกับ embeddings เลือกอิสระได้จากหน้าแอดมิน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Unit tests ล็อกพฤติกรรมนี้ไว้แล้ว: Vitest 128, pytest 1448 + live_llm 10, Playwright headed 15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ea typeface="TH Sarabun New"/>
                <a:cs typeface="TH Sarabun New"/>
                <a:latin typeface="TH Sarabun New"/>
              </a:rPr>
              <a:t>•  ต้นฉบับ Markdown: Discussions/19-APPLICATION_OPERATING_REPORT.md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